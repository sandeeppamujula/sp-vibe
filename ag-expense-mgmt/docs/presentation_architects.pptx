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Building a Multi-Tenant Expense Management System: An Agentic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**Target Audience**: Software Architects &amp; Engineering Leads</a:t>
            </a:r>
          </a:p>
          <a:p>
            <a:r>
              <a:t>**Date**: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 designed `ag-expense-mgmt`, a scalable, multi-tenant Expense Management System, leveraging **Antigravity** (Advanced Agentic AI) to accelerate the Design and Planning phases.</a:t>
            </a:r>
          </a:p>
          <a:p>
            <a:pPr/>
            <a:r>
              <a:t>The system allows Facility Admins to manage expenses with complex approval workflows, backed by a robust Serverless architecture.</a:t>
            </a:r>
          </a:p>
          <a:p>
            <a:pPr/>
            <a:r>
              <a:t>**Key Outcome**: Reduced planning time from weeks to hours while maintaining high compliance and security standards.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 adopted a **Cloud-Native Serverless** (AWS) approach for scalability and cost-efficiency.</a:t>
            </a:r>
          </a:p>
          <a:p>
            <a:pPr>
              <a:defRPr b="1"/>
            </a:pPr>
            <a:r>
              <a:t>**Tech Stack**</a:t>
            </a:r>
          </a:p>
          <a:p>
            <a:pPr/>
            <a:r>
              <a:t>**Frontend/Backend**: Next.js (App Router) - "Backend for Frontend" pattern with Server Actions.</a:t>
            </a:r>
          </a:p>
          <a:p>
            <a:pPr/>
            <a:r>
              <a:t>**Database**: MongoDB Atlas (Multi-tenant, Indexed by `tenantId`).</a:t>
            </a:r>
          </a:p>
          <a:p>
            <a:pPr/>
            <a:r>
              <a:t>**Infrastructure**: AWS CDK (Infrastructure as Code).</a:t>
            </a:r>
          </a:p>
          <a:p>
            <a:pPr/>
            <a:r>
              <a:t>**Storage**: Amazon S3 (Partitioned by Tenant).</a:t>
            </a:r>
          </a:p>
          <a:p>
            <a:pPr/>
            <a:r>
              <a:t>**Notifications**: Amazon SES.</a:t>
            </a:r>
          </a:p>
          <a:p>
            <a:pPr>
              <a:defRPr b="1"/>
            </a:pPr>
            <a:r>
              <a:t>**High-Level Design (HLD)**</a:t>
            </a:r>
          </a:p>
          <a:p>
            <a:pPr/>
            <a:r>
              <a:t>*(Refer to `docs/HLD.md`)*</a:t>
            </a:r>
          </a:p>
          <a:p>
            <a:pPr/>
            <a:r>
              <a:t>**Traffic Flow**: CloudFront -&gt; Lambda (Next.js) -&gt; MongoDB / S3.</a:t>
            </a:r>
          </a:p>
          <a:p>
            <a:pPr/>
            <a:r>
              <a:t>**Security**: Azure Entra ID (OIDC) for SSO.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The "Antigravity" Design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 didn't just write code; we architected the system iteratively using an Agentic Workflow.</a:t>
            </a:r>
          </a:p>
          <a:p>
            <a:pPr>
              <a:defRPr b="1"/>
            </a:pPr>
            <a:r>
              <a:t>**Phase 1: Intent to Spec**</a:t>
            </a:r>
          </a:p>
          <a:p>
            <a:pPr/>
            <a:r>
              <a:t>**Input**: High-level user stories ("As a facility admin...").</a:t>
            </a:r>
          </a:p>
          <a:p>
            <a:pPr/>
            <a:r>
              <a:t>**Agentic Action**: Generated extensive Design Artifacts:</a:t>
            </a:r>
          </a:p>
          <a:p>
            <a:pPr/>
            <a:r>
              <a:t>`api-specification.md`: Strongly typed Zod schemas.</a:t>
            </a:r>
          </a:p>
          <a:p>
            <a:pPr/>
            <a:r>
              <a:t>`security-matrix.md`: RBAC and Tenant Isolation rules.</a:t>
            </a:r>
          </a:p>
          <a:p>
            <a:pPr/>
            <a:r>
              <a:t>`nfr.md`: Non-functional requirements (Performance, Observability).</a:t>
            </a:r>
          </a:p>
          <a:p>
            <a:pPr>
              <a:defRPr b="1"/>
            </a:pPr>
            <a:r>
              <a:t>**Phase 2: "Security &amp; Quality First"**</a:t>
            </a:r>
          </a:p>
          <a:p>
            <a:pPr/>
            <a:r>
              <a:t>**NFR Integration**: We defined NFRs *before* writing code.</a:t>
            </a:r>
          </a:p>
          <a:p>
            <a:pPr/>
            <a:r>
              <a:t>**Observability**: Structured JSON logging mandated in Milestone 1.</a:t>
            </a:r>
          </a:p>
          <a:p>
            <a:pPr/>
            <a:r>
              <a:t>**Accessibility**: Storybook A11y tests mandated in Milestone 1.</a:t>
            </a:r>
          </a:p>
          <a:p>
            <a:pPr/>
            <a:r>
              <a:t>**Security**: Strict CSP and Headers mandated in Milestone 1.</a:t>
            </a:r>
          </a:p>
          <a:p>
            <a:pPr>
              <a:defRPr b="1"/>
            </a:pPr>
            <a:r>
              <a:t>**Phase 3: Iterative Refinement &amp; Collaboration**</a:t>
            </a:r>
          </a:p>
          <a:p>
            <a:pPr/>
            <a:r>
              <a:t>**The Dialogue**: The design wasn't static; it evolved through rigorous questioning.</a:t>
            </a:r>
          </a:p>
          <a:p>
            <a:pPr/>
            <a:r>
              <a:t>**User Challenge**: *"Expense types... will be back filled"* -&gt; **Adaptation**: We removed unused API endpoints to reduce attack surface and added Seeding Scripts.</a:t>
            </a:r>
          </a:p>
          <a:p>
            <a:pPr/>
            <a:r>
              <a:t>**User Challenge**: *"Any user with approver role should be able to see all..."* -&gt; **Adaptation**: We pivoted from a rigid "Assigned Step" model to an "Open Approval" model for flexibility.</a:t>
            </a:r>
          </a:p>
          <a:p>
            <a:pPr/>
            <a:r>
              <a:t>**User Request**: *"Think of NFR"* -&gt; **Adaptation**: We proactively created observability and performance standards, injecting them into the milestones.</a:t>
            </a:r>
          </a:p>
          <a:p>
            <a:pPr/>
            <a:r>
              <a:t>**User Request**: *"Add storybook tests for UI components"* -&gt; **Adaptation**: We enhanced the Testing Strategy to include interaction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Key Architectural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**4.1. Multi-tenancy Strategy**</a:t>
            </a:r>
          </a:p>
          <a:p>
            <a:pPr/>
            <a:r>
              <a:t>**Decision**: Logical Isolation (Shared Database, Separate Data).</a:t>
            </a:r>
          </a:p>
          <a:p>
            <a:pPr/>
            <a:r>
              <a:t>**Implementation**:</a:t>
            </a:r>
          </a:p>
          <a:p>
            <a:pPr/>
            <a:r>
              <a:t>Every Mongoose Schema has `tenantId` (indexed).</a:t>
            </a:r>
          </a:p>
          <a:p>
            <a:pPr/>
            <a:r>
              <a:t>Server Actions explicitly validate `tenantId` from the Session (not Client Input).</a:t>
            </a:r>
          </a:p>
          <a:p>
            <a:pPr>
              <a:defRPr b="1"/>
            </a:pPr>
            <a:r>
              <a:t>**4.2. "Open" Approval Model**</a:t>
            </a:r>
          </a:p>
          <a:p>
            <a:pPr/>
            <a:r>
              <a:t>**Challenge**: Strict role-based steps were too rigid for the client's operation.</a:t>
            </a:r>
          </a:p>
          <a:p>
            <a:pPr/>
            <a:r>
              <a:t>**Solution**: Decoupled "Steps" from "Specific Roles". Any user with the global `Approver` role can act on pending expenses.</a:t>
            </a:r>
          </a:p>
          <a:p>
            <a:pPr/>
            <a:r>
              <a:t>**Benefit**: Improved operational velocity; reduced bottlenecks.</a:t>
            </a:r>
          </a:p>
          <a:p>
            <a:pPr>
              <a:defRPr b="1"/>
            </a:pPr>
            <a:r>
              <a:t>**4.3. Backfilling vs. API**</a:t>
            </a:r>
          </a:p>
          <a:p>
            <a:pPr/>
            <a:r>
              <a:t>**Decision**: Removed `Create/Update` APIs for Reference Data (GL Codes/Expense Types).</a:t>
            </a:r>
          </a:p>
          <a:p>
            <a:pPr/>
            <a:r>
              <a:t>**Rationale**: These are static configurations. Managing them via code/scripts prevents "App Config Drift" and simplifies the UI surface area.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Roadmap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**Milestone 1**: Foundation (Repo, Infra, Mock Auth, Observability).</a:t>
            </a:r>
          </a:p>
          <a:p>
            <a:pPr/>
            <a:r>
              <a:t>**Milestone 2**: Core Services (Config, Seeding, Audit Log).</a:t>
            </a:r>
          </a:p>
          <a:p>
            <a:pPr/>
            <a:r>
              <a:t>**Milestone 3**: Submission Flow (S3 Uploads, Workflow Engine).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By partnering with **Antigravity**, we achieved a "Shift Left" on architectural rigor. We have a complete blueprint—Specs, Test Plans, Security Matrix, and NFRs—ready before the first line of production code is written.</a:t>
            </a:r>
          </a:p>
          <a:p>
            <a:pPr/>
            <a:r>
              <a:t>**Next Steps**: Execute Milestone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