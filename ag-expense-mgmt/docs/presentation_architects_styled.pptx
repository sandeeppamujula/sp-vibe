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Building a Multi-Tenant Expense Management System: An Agentic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  <a:latin typeface="Corbel"/>
              </a:defRPr>
            </a:pPr>
            <a:r>
              <a:t>**Target Audience**: Software Architects &amp; Engineering Leads</a:t>
            </a:r>
          </a:p>
          <a:p>
            <a:pPr>
              <a:defRPr sz="2400">
                <a:solidFill>
                  <a:srgbClr val="404040"/>
                </a:solidFill>
                <a:latin typeface="Corbel"/>
              </a:defRPr>
            </a:pPr>
            <a:r>
              <a:t>**Date**: January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We designed `ag-expense-mgmt`, a scalable, multi-tenant Expense Management System, leveraging **Antigravity** (Advanced Agentic AI) to accelerate the Design and Planning phases.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The system allows Facility Admins to manage expenses with complex approval workflows, backed by a robust Serverless architecture.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**Key Outcome**: Reduced planning time from weeks to hours while maintaining high compliance and security standards.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t>2.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We adopted a **Cloud-Native Serverless** (AWS) approach for scalability and cost-efficiency.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**Tech Stack**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**Frontend/Backend**: Next.js (App Router) - "Backend for Frontend" pattern with Server Actions.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**Database**: MongoDB Atlas (Multi-tenant, Indexed by `tenantId`).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**Infrastructure**: AWS CDK (Infrastructure as Code).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**Storage**: Amazon S3 (Partitioned by Tenant).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**Notifications**: Amazon SES.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**High-Level Design (HLD)**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*(Refer to `docs/HLD.md`)*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**Traffic Flow**: CloudFront -&gt; Lambda (Next.js) -&gt; MongoDB / S3.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**Security**: Azure Entra ID (OIDC) for SSO.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t>3. The "Antigravity"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We didn't just write code; we architected the system iteratively using an Agentic Workflow.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**Phase 1: Intent to Spec**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**Input**: High-level user stories ("As a facility admin...").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**Agentic Action**: Generated extensive Design Artifacts: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`api-specification.md`: Strongly typed Zod schemas.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`security-matrix.md`: RBAC and Tenant Isolation rules.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`nfr.md`: Non-functional requirements (Performance, Observability).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**Phase 2: "Security &amp; Quality First"**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**NFR Integration**: We defined NFRs *before* writing code.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**Observability**: Structured JSON logging mandated in Milestone 1.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**Accessibility**: Storybook A11y tests mandated in Milestone 1.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**Security**: Strict CSP and Headers mandated in Milestone 1.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**Phase 3: Iterative Refinement &amp; Collaboration**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**The Dialogue**: The design wasn't static; it evolved through rigorous questioning.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**User Challenge**: *"Expense types... will be back filled"* -&gt; **Adaptation**: We removed unused API endpoints to reduce attack surface and added Seeding Scripts.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**User Challenge**: *"Any user with approver role should be able to see all..."* -&gt; **Adaptation**: We pivoted from a rigid "Assigned Step" model to an "Open Approval" model for flexibility.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**User Request**: *"Think of NFR"* -&gt; **Adaptation**: We proactively created observability and performance standards, injecting them into the milestones.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**User Request**: *"Add storybook tests for UI components"* -&gt; **Adaptation**: We enhanced the Testing Strategy to include interaction testing.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t>4. Key Architectural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/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**4.1. Multi-tenancy Strategy**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**Decision**: Logical Isolation (Shared Database, Separate Data).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**Implementation**: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Every Mongoose Schema has `tenantId` (indexed).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Server Actions explicitly validate `tenantId` from the Session (not Client Input).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**4.2. "Open" Approval Model**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**Challenge**: Strict role-based steps were too rigid for the client's operation.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**Solution**: Decoupled "Steps" from "Specific Roles". Any user with the global `Approver` role can act on pending expenses.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**Benefit**: Improved operational velocity; reduced bottlenecks.</a:t>
            </a:r>
          </a:p>
          <a:p>
            <a:pPr>
              <a:spcBef>
                <a:spcPts val="1200"/>
              </a:spcBef>
              <a:spcAft>
                <a:spcPts val="1000"/>
              </a:spcAft>
            </a:pPr>
            <a:r>
              <a:rPr sz="2200" b="1">
                <a:solidFill>
                  <a:srgbClr val="0066CC"/>
                </a:solidFill>
                <a:latin typeface="Corbel"/>
              </a:rPr>
              <a:t>**4.3. Backfilling vs. API**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**Decision**: Removed `Create/Update` APIs for Reference Data (GL Codes/Expense Types).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**Rationale**: These are static configurations. Managing them via code/scripts prevents "App Config Drift" and simplifies the UI surface area.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t>5. Roadmap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**Milestone 1**: Foundation (Repo, Infra, Mock Auth, Observability).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**Milestone 2**: Core Services (Config, Seeding, Audit Log).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**Milestone 3**: Submission Flow (S3 Uploads, Workflow Engine).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By partnering with **Antigravity**, we achieved a "Shift Left" on architectural rigor. We have a complete blueprint—Specs, Test Plans, Security Matrix, and NFRs—ready before the first line of production code is written.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orbel"/>
              </a:rPr>
              <a:t>**Next Steps**: Execute Milestone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